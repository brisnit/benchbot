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16"/>
          <p:cNvSpPr txBox="1"/>
          <p:nvPr/>
        </p:nvSpPr>
        <p:spPr>
          <a:xfrm>
            <a:off x="914399" y="3794759"/>
            <a:ext cx="10332722" cy="1132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b="1" sz="5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>
              <a:defRPr sz="2200">
                <a:solidFill>
                  <a:srgbClr val="FFC9C4"/>
                </a:solidFill>
              </a:defRPr>
            </a:pPr>
            <a:r>
              <a:t>Xxxx</a:t>
            </a:r>
          </a:p>
        </p:txBody>
      </p:sp>
      <p:sp>
        <p:nvSpPr>
          <p:cNvPr id="96" name="TextBox 17"/>
          <p:cNvSpPr txBox="1"/>
          <p:nvPr/>
        </p:nvSpPr>
        <p:spPr>
          <a:xfrm>
            <a:off x="914400" y="5806440"/>
            <a:ext cx="73152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6B6B"/>
                </a:solidFill>
              </a:defRPr>
            </a:lvl1pPr>
          </a:lstStyle>
          <a:p>
            <a:pPr/>
            <a:r>
              <a:t>Date: xx/xx/xx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00" name="TextBox 3"/>
          <p:cNvSpPr txBox="1"/>
          <p:nvPr/>
        </p:nvSpPr>
        <p:spPr>
          <a:xfrm>
            <a:off x="822960" y="914400"/>
            <a:ext cx="10058401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01" name="Oval 4"/>
          <p:cNvSpPr/>
          <p:nvPr/>
        </p:nvSpPr>
        <p:spPr>
          <a:xfrm>
            <a:off x="868680" y="1892806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5"/>
          <p:cNvSpPr txBox="1"/>
          <p:nvPr/>
        </p:nvSpPr>
        <p:spPr>
          <a:xfrm>
            <a:off x="868680" y="2009840"/>
            <a:ext cx="42062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3" name="TextBox 6"/>
          <p:cNvSpPr txBox="1"/>
          <p:nvPr/>
        </p:nvSpPr>
        <p:spPr>
          <a:xfrm>
            <a:off x="1508759" y="1979877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104" name="Oval 7"/>
          <p:cNvSpPr/>
          <p:nvPr/>
        </p:nvSpPr>
        <p:spPr>
          <a:xfrm>
            <a:off x="868680" y="2523744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8"/>
          <p:cNvSpPr txBox="1"/>
          <p:nvPr/>
        </p:nvSpPr>
        <p:spPr>
          <a:xfrm>
            <a:off x="868680" y="2640777"/>
            <a:ext cx="420625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6" name="TextBox 9"/>
          <p:cNvSpPr txBox="1"/>
          <p:nvPr/>
        </p:nvSpPr>
        <p:spPr>
          <a:xfrm>
            <a:off x="1508759" y="2610813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107" name="Oval 10"/>
          <p:cNvSpPr/>
          <p:nvPr/>
        </p:nvSpPr>
        <p:spPr>
          <a:xfrm>
            <a:off x="868680" y="3154678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11"/>
          <p:cNvSpPr txBox="1"/>
          <p:nvPr/>
        </p:nvSpPr>
        <p:spPr>
          <a:xfrm>
            <a:off x="868680" y="3271713"/>
            <a:ext cx="42062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9" name="TextBox 12"/>
          <p:cNvSpPr txBox="1"/>
          <p:nvPr/>
        </p:nvSpPr>
        <p:spPr>
          <a:xfrm>
            <a:off x="1508759" y="3241749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110" name="Oval 13"/>
          <p:cNvSpPr/>
          <p:nvPr/>
        </p:nvSpPr>
        <p:spPr>
          <a:xfrm>
            <a:off x="868680" y="3785615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14"/>
          <p:cNvSpPr txBox="1"/>
          <p:nvPr/>
        </p:nvSpPr>
        <p:spPr>
          <a:xfrm>
            <a:off x="868680" y="3902648"/>
            <a:ext cx="420625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12" name="TextBox 15"/>
          <p:cNvSpPr txBox="1"/>
          <p:nvPr/>
        </p:nvSpPr>
        <p:spPr>
          <a:xfrm>
            <a:off x="1508759" y="3872685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113" name="Oval 16"/>
          <p:cNvSpPr/>
          <p:nvPr/>
        </p:nvSpPr>
        <p:spPr>
          <a:xfrm>
            <a:off x="868680" y="4416550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17"/>
          <p:cNvSpPr txBox="1"/>
          <p:nvPr/>
        </p:nvSpPr>
        <p:spPr>
          <a:xfrm>
            <a:off x="868680" y="4533584"/>
            <a:ext cx="42062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" name="TextBox 18"/>
          <p:cNvSpPr txBox="1"/>
          <p:nvPr/>
        </p:nvSpPr>
        <p:spPr>
          <a:xfrm>
            <a:off x="1508759" y="4503621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116" name="Oval 19"/>
          <p:cNvSpPr/>
          <p:nvPr/>
        </p:nvSpPr>
        <p:spPr>
          <a:xfrm>
            <a:off x="868680" y="5047486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20"/>
          <p:cNvSpPr txBox="1"/>
          <p:nvPr/>
        </p:nvSpPr>
        <p:spPr>
          <a:xfrm>
            <a:off x="868680" y="5164520"/>
            <a:ext cx="42062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18" name="TextBox 21"/>
          <p:cNvSpPr txBox="1"/>
          <p:nvPr/>
        </p:nvSpPr>
        <p:spPr>
          <a:xfrm>
            <a:off x="1508759" y="5134557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119" name="Oval 22"/>
          <p:cNvSpPr/>
          <p:nvPr/>
        </p:nvSpPr>
        <p:spPr>
          <a:xfrm>
            <a:off x="868680" y="5678423"/>
            <a:ext cx="420625" cy="420625"/>
          </a:xfrm>
          <a:prstGeom prst="ellipse">
            <a:avLst/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3"/>
          <p:cNvSpPr txBox="1"/>
          <p:nvPr/>
        </p:nvSpPr>
        <p:spPr>
          <a:xfrm>
            <a:off x="868680" y="5795456"/>
            <a:ext cx="420625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2D72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21" name="TextBox 24"/>
          <p:cNvSpPr txBox="1"/>
          <p:nvPr/>
        </p:nvSpPr>
        <p:spPr>
          <a:xfrm>
            <a:off x="1508759" y="5765493"/>
            <a:ext cx="987552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11111"/>
                </a:solidFill>
              </a:defRPr>
            </a:lvl1pPr>
          </a:lstStyle>
          <a:p>
            <a:pPr/>
            <a:r>
              <a:t>Xxxxx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25" name="TextBox 3"/>
          <p:cNvSpPr txBox="1"/>
          <p:nvPr/>
        </p:nvSpPr>
        <p:spPr>
          <a:xfrm>
            <a:off x="822959" y="914400"/>
            <a:ext cx="6949442" cy="894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800"/>
              </a:spcBef>
              <a:defRPr b="1" sz="4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XxxxxXxxxx</a:t>
            </a:r>
          </a:p>
          <a:p>
            <a:pPr>
              <a:lnSpc>
                <a:spcPct val="115000"/>
              </a:lnSpc>
              <a:defRPr sz="1600">
                <a:solidFill>
                  <a:srgbClr val="6B6B6B"/>
                </a:solidFill>
              </a:defRPr>
            </a:pPr>
            <a:r>
              <a:t>Xxxxx</a:t>
            </a:r>
          </a:p>
        </p:txBody>
      </p:sp>
      <p:sp>
        <p:nvSpPr>
          <p:cNvPr id="126" name="Rounded Rectangle 4"/>
          <p:cNvSpPr/>
          <p:nvPr/>
        </p:nvSpPr>
        <p:spPr>
          <a:xfrm>
            <a:off x="822960" y="3063239"/>
            <a:ext cx="6583681" cy="868681"/>
          </a:xfrm>
          <a:prstGeom prst="roundRect">
            <a:avLst>
              <a:gd name="adj" fmla="val 14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5"/>
          <p:cNvSpPr/>
          <p:nvPr/>
        </p:nvSpPr>
        <p:spPr>
          <a:xfrm>
            <a:off x="1051560" y="3346703"/>
            <a:ext cx="292609" cy="292609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6"/>
          <p:cNvSpPr txBox="1"/>
          <p:nvPr/>
        </p:nvSpPr>
        <p:spPr>
          <a:xfrm>
            <a:off x="1600199" y="3292786"/>
            <a:ext cx="557784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29" name="Rounded Rectangle 7"/>
          <p:cNvSpPr/>
          <p:nvPr/>
        </p:nvSpPr>
        <p:spPr>
          <a:xfrm>
            <a:off x="822960" y="4087367"/>
            <a:ext cx="6583681" cy="868681"/>
          </a:xfrm>
          <a:prstGeom prst="roundRect">
            <a:avLst>
              <a:gd name="adj" fmla="val 14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8"/>
          <p:cNvSpPr/>
          <p:nvPr/>
        </p:nvSpPr>
        <p:spPr>
          <a:xfrm>
            <a:off x="1051560" y="4370832"/>
            <a:ext cx="292609" cy="292609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9"/>
          <p:cNvSpPr txBox="1"/>
          <p:nvPr/>
        </p:nvSpPr>
        <p:spPr>
          <a:xfrm>
            <a:off x="1600199" y="4316915"/>
            <a:ext cx="557784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32" name="Rounded Rectangle 10"/>
          <p:cNvSpPr/>
          <p:nvPr/>
        </p:nvSpPr>
        <p:spPr>
          <a:xfrm>
            <a:off x="822960" y="5111496"/>
            <a:ext cx="6583681" cy="868681"/>
          </a:xfrm>
          <a:prstGeom prst="roundRect">
            <a:avLst>
              <a:gd name="adj" fmla="val 14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Oval 11"/>
          <p:cNvSpPr/>
          <p:nvPr/>
        </p:nvSpPr>
        <p:spPr>
          <a:xfrm>
            <a:off x="1051560" y="5394959"/>
            <a:ext cx="292609" cy="292609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12"/>
          <p:cNvSpPr txBox="1"/>
          <p:nvPr/>
        </p:nvSpPr>
        <p:spPr>
          <a:xfrm>
            <a:off x="1600199" y="5341042"/>
            <a:ext cx="5577842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pic>
        <p:nvPicPr>
          <p:cNvPr id="135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600200"/>
            <a:ext cx="1176603" cy="105156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TextBox 15"/>
          <p:cNvSpPr txBox="1"/>
          <p:nvPr/>
        </p:nvSpPr>
        <p:spPr>
          <a:xfrm>
            <a:off x="8229600" y="3108960"/>
            <a:ext cx="2743200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0000"/>
              </a:lnSpc>
              <a:defRPr i="1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“Helping residents grow spiritually, build relationships, and stay connected through daily Scripture and prayer.”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822960" y="914400"/>
            <a:ext cx="10515601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41" name="Rounded Rectangle 4"/>
          <p:cNvSpPr/>
          <p:nvPr/>
        </p:nvSpPr>
        <p:spPr>
          <a:xfrm>
            <a:off x="822960" y="2011679"/>
            <a:ext cx="3246121" cy="274320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miter lim="400000"/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7"/>
          <p:cNvSpPr txBox="1"/>
          <p:nvPr/>
        </p:nvSpPr>
        <p:spPr>
          <a:xfrm>
            <a:off x="1051560" y="3383279"/>
            <a:ext cx="2788921" cy="73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200"/>
              </a:spcBef>
              <a:defRPr b="1" sz="19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 algn="ctr">
              <a:spcBef>
                <a:spcPts val="700"/>
              </a:spcBef>
              <a:defRPr b="1" sz="1200">
                <a:solidFill>
                  <a:srgbClr val="FF2D72"/>
                </a:solidFill>
              </a:defRPr>
            </a:pPr>
            <a:r>
              <a:t>Xxxx</a:t>
            </a:r>
          </a:p>
          <a:p>
            <a:pPr algn="ctr"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43" name="TextBox 6"/>
          <p:cNvSpPr txBox="1"/>
          <p:nvPr/>
        </p:nvSpPr>
        <p:spPr>
          <a:xfrm>
            <a:off x="2034538" y="2617469"/>
            <a:ext cx="822962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BM</a:t>
            </a:r>
          </a:p>
        </p:txBody>
      </p:sp>
      <p:sp>
        <p:nvSpPr>
          <p:cNvPr id="144" name="Rounded Rectangle 8"/>
          <p:cNvSpPr/>
          <p:nvPr/>
        </p:nvSpPr>
        <p:spPr>
          <a:xfrm>
            <a:off x="4480559" y="2011679"/>
            <a:ext cx="3246121" cy="274320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miter lim="400000"/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11"/>
          <p:cNvSpPr txBox="1"/>
          <p:nvPr/>
        </p:nvSpPr>
        <p:spPr>
          <a:xfrm>
            <a:off x="4709159" y="3383279"/>
            <a:ext cx="2788921" cy="73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200"/>
              </a:spcBef>
              <a:defRPr b="1" sz="19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 algn="ctr">
              <a:spcBef>
                <a:spcPts val="700"/>
              </a:spcBef>
              <a:defRPr b="1" sz="1200">
                <a:solidFill>
                  <a:srgbClr val="FF2D72"/>
                </a:solidFill>
              </a:defRPr>
            </a:pPr>
            <a:r>
              <a:t>Xxxx</a:t>
            </a:r>
          </a:p>
          <a:p>
            <a:pPr algn="ctr"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46" name="Rounded Rectangle 12"/>
          <p:cNvSpPr/>
          <p:nvPr/>
        </p:nvSpPr>
        <p:spPr>
          <a:xfrm>
            <a:off x="8138159" y="2011679"/>
            <a:ext cx="3246121" cy="2743201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miter lim="400000"/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5"/>
          <p:cNvSpPr txBox="1"/>
          <p:nvPr/>
        </p:nvSpPr>
        <p:spPr>
          <a:xfrm>
            <a:off x="8366759" y="3383279"/>
            <a:ext cx="2788921" cy="73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200"/>
              </a:spcBef>
              <a:defRPr b="1" sz="19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 algn="ctr">
              <a:spcBef>
                <a:spcPts val="700"/>
              </a:spcBef>
              <a:defRPr b="1" sz="1200">
                <a:solidFill>
                  <a:srgbClr val="FF2D72"/>
                </a:solidFill>
              </a:defRPr>
            </a:pPr>
            <a:r>
              <a:t>Xxxx</a:t>
            </a:r>
          </a:p>
          <a:p>
            <a:pPr algn="ctr"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pic>
        <p:nvPicPr>
          <p:cNvPr id="148" name="Me2.png" descr="M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2000" y="2377439"/>
            <a:ext cx="825501" cy="825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8036" y="0"/>
                  <a:pt x="5276" y="1058"/>
                  <a:pt x="3167" y="3167"/>
                </a:cubicBezTo>
                <a:cubicBezTo>
                  <a:pt x="1058" y="5276"/>
                  <a:pt x="0" y="8036"/>
                  <a:pt x="0" y="10800"/>
                </a:cubicBezTo>
                <a:cubicBezTo>
                  <a:pt x="0" y="13564"/>
                  <a:pt x="1058" y="16324"/>
                  <a:pt x="3167" y="18433"/>
                </a:cubicBezTo>
                <a:cubicBezTo>
                  <a:pt x="5276" y="20542"/>
                  <a:pt x="8036" y="21600"/>
                  <a:pt x="10800" y="21600"/>
                </a:cubicBezTo>
                <a:cubicBezTo>
                  <a:pt x="13564" y="21600"/>
                  <a:pt x="16324" y="20542"/>
                  <a:pt x="18433" y="18433"/>
                </a:cubicBezTo>
                <a:cubicBezTo>
                  <a:pt x="20542" y="16324"/>
                  <a:pt x="21600" y="13564"/>
                  <a:pt x="21600" y="10800"/>
                </a:cubicBezTo>
                <a:cubicBezTo>
                  <a:pt x="21600" y="8036"/>
                  <a:pt x="20542" y="5276"/>
                  <a:pt x="18433" y="3167"/>
                </a:cubicBezTo>
                <a:cubicBezTo>
                  <a:pt x="16324" y="1058"/>
                  <a:pt x="13564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4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169" t="153" r="150" b="150"/>
          <a:stretch>
            <a:fillRect/>
          </a:stretch>
        </p:blipFill>
        <p:spPr>
          <a:xfrm>
            <a:off x="5692190" y="2377425"/>
            <a:ext cx="822860" cy="822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fill="norm" stroke="1" extrusionOk="0">
                <a:moveTo>
                  <a:pt x="9839" y="0"/>
                </a:moveTo>
                <a:cubicBezTo>
                  <a:pt x="7321" y="0"/>
                  <a:pt x="4803" y="1009"/>
                  <a:pt x="2882" y="3019"/>
                </a:cubicBezTo>
                <a:cubicBezTo>
                  <a:pt x="-961" y="7040"/>
                  <a:pt x="-961" y="13558"/>
                  <a:pt x="2882" y="17579"/>
                </a:cubicBezTo>
                <a:cubicBezTo>
                  <a:pt x="6725" y="21600"/>
                  <a:pt x="12953" y="21600"/>
                  <a:pt x="16796" y="17579"/>
                </a:cubicBezTo>
                <a:cubicBezTo>
                  <a:pt x="20639" y="13558"/>
                  <a:pt x="20639" y="7040"/>
                  <a:pt x="16796" y="3019"/>
                </a:cubicBezTo>
                <a:cubicBezTo>
                  <a:pt x="14875" y="1009"/>
                  <a:pt x="12357" y="0"/>
                  <a:pt x="9839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50" name="Andrew.png" descr="Andrew.png"/>
          <p:cNvPicPr>
            <a:picLocks noChangeAspect="1"/>
          </p:cNvPicPr>
          <p:nvPr/>
        </p:nvPicPr>
        <p:blipFill>
          <a:blip r:embed="rId4">
            <a:extLst/>
          </a:blip>
          <a:srcRect l="3065" t="1503" r="3047" b="0"/>
          <a:stretch>
            <a:fillRect/>
          </a:stretch>
        </p:blipFill>
        <p:spPr>
          <a:xfrm>
            <a:off x="9349739" y="2382321"/>
            <a:ext cx="822859" cy="8130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1071"/>
                  <a:pt x="2882" y="3205"/>
                </a:cubicBezTo>
                <a:cubicBezTo>
                  <a:pt x="-961" y="7473"/>
                  <a:pt x="-961" y="14391"/>
                  <a:pt x="2882" y="18659"/>
                </a:cubicBezTo>
                <a:cubicBezTo>
                  <a:pt x="4273" y="20204"/>
                  <a:pt x="5980" y="21173"/>
                  <a:pt x="7770" y="21600"/>
                </a:cubicBezTo>
                <a:lnTo>
                  <a:pt x="11908" y="21600"/>
                </a:lnTo>
                <a:cubicBezTo>
                  <a:pt x="13698" y="21173"/>
                  <a:pt x="15405" y="20204"/>
                  <a:pt x="16796" y="18659"/>
                </a:cubicBezTo>
                <a:cubicBezTo>
                  <a:pt x="20639" y="14391"/>
                  <a:pt x="20639" y="7473"/>
                  <a:pt x="16796" y="3205"/>
                </a:cubicBezTo>
                <a:cubicBezTo>
                  <a:pt x="14875" y="1071"/>
                  <a:pt x="12357" y="0"/>
                  <a:pt x="9839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15"/>
          <p:cNvSpPr txBox="1"/>
          <p:nvPr/>
        </p:nvSpPr>
        <p:spPr>
          <a:xfrm>
            <a:off x="822960" y="77724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EB4473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54" name="TextBox 16"/>
          <p:cNvSpPr txBox="1"/>
          <p:nvPr/>
        </p:nvSpPr>
        <p:spPr>
          <a:xfrm>
            <a:off x="822960" y="1143000"/>
            <a:ext cx="7478970" cy="54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55" name="Rounded Rectangle 18"/>
          <p:cNvSpPr/>
          <p:nvPr/>
        </p:nvSpPr>
        <p:spPr>
          <a:xfrm>
            <a:off x="822960" y="3017520"/>
            <a:ext cx="10561320" cy="841249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19"/>
          <p:cNvSpPr txBox="1"/>
          <p:nvPr/>
        </p:nvSpPr>
        <p:spPr>
          <a:xfrm>
            <a:off x="1051560" y="3215894"/>
            <a:ext cx="82296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2D7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7" name="TextBox 20"/>
          <p:cNvSpPr txBox="1"/>
          <p:nvPr/>
        </p:nvSpPr>
        <p:spPr>
          <a:xfrm>
            <a:off x="1920239" y="3328618"/>
            <a:ext cx="91440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58" name="Rounded Rectangle 21"/>
          <p:cNvSpPr/>
          <p:nvPr/>
        </p:nvSpPr>
        <p:spPr>
          <a:xfrm>
            <a:off x="822960" y="3977638"/>
            <a:ext cx="10561320" cy="841249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22"/>
          <p:cNvSpPr txBox="1"/>
          <p:nvPr/>
        </p:nvSpPr>
        <p:spPr>
          <a:xfrm>
            <a:off x="1051560" y="4176012"/>
            <a:ext cx="82296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2D7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0" name="TextBox 23"/>
          <p:cNvSpPr txBox="1"/>
          <p:nvPr/>
        </p:nvSpPr>
        <p:spPr>
          <a:xfrm>
            <a:off x="1920239" y="4288737"/>
            <a:ext cx="91440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61" name="Rounded Rectangle 24"/>
          <p:cNvSpPr/>
          <p:nvPr/>
        </p:nvSpPr>
        <p:spPr>
          <a:xfrm>
            <a:off x="822960" y="4937759"/>
            <a:ext cx="10561320" cy="841249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25"/>
          <p:cNvSpPr txBox="1"/>
          <p:nvPr/>
        </p:nvSpPr>
        <p:spPr>
          <a:xfrm>
            <a:off x="1051560" y="5136133"/>
            <a:ext cx="82296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2D7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3" name="TextBox 26"/>
          <p:cNvSpPr txBox="1"/>
          <p:nvPr/>
        </p:nvSpPr>
        <p:spPr>
          <a:xfrm>
            <a:off x="1920239" y="5248857"/>
            <a:ext cx="91440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2"/>
          <p:cNvSpPr txBox="1"/>
          <p:nvPr/>
        </p:nvSpPr>
        <p:spPr>
          <a:xfrm>
            <a:off x="822960" y="68580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67" name="TextBox 3"/>
          <p:cNvSpPr txBox="1"/>
          <p:nvPr/>
        </p:nvSpPr>
        <p:spPr>
          <a:xfrm>
            <a:off x="822960" y="1051560"/>
            <a:ext cx="105156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68" name="TextBox 4"/>
          <p:cNvSpPr txBox="1"/>
          <p:nvPr/>
        </p:nvSpPr>
        <p:spPr>
          <a:xfrm>
            <a:off x="822960" y="2743200"/>
            <a:ext cx="1042416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600">
                <a:solidFill>
                  <a:srgbClr val="FFC9C4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69" name="Rounded Rectangle 5"/>
          <p:cNvSpPr/>
          <p:nvPr/>
        </p:nvSpPr>
        <p:spPr>
          <a:xfrm>
            <a:off x="822960" y="4434840"/>
            <a:ext cx="2542033" cy="1417321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Oval 6"/>
          <p:cNvSpPr/>
          <p:nvPr/>
        </p:nvSpPr>
        <p:spPr>
          <a:xfrm>
            <a:off x="1115567" y="4727447"/>
            <a:ext cx="146305" cy="146305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7"/>
          <p:cNvSpPr txBox="1"/>
          <p:nvPr/>
        </p:nvSpPr>
        <p:spPr>
          <a:xfrm>
            <a:off x="1115567" y="4983479"/>
            <a:ext cx="1993391" cy="47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>
              <a:defRPr sz="12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72" name="Rounded Rectangle 8"/>
          <p:cNvSpPr/>
          <p:nvPr/>
        </p:nvSpPr>
        <p:spPr>
          <a:xfrm>
            <a:off x="3657598" y="4434840"/>
            <a:ext cx="2542033" cy="1417321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Oval 9"/>
          <p:cNvSpPr/>
          <p:nvPr/>
        </p:nvSpPr>
        <p:spPr>
          <a:xfrm>
            <a:off x="3950206" y="4727447"/>
            <a:ext cx="146305" cy="146305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10"/>
          <p:cNvSpPr txBox="1"/>
          <p:nvPr/>
        </p:nvSpPr>
        <p:spPr>
          <a:xfrm>
            <a:off x="3950206" y="4983479"/>
            <a:ext cx="1993391" cy="47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>
              <a:defRPr sz="12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75" name="Rounded Rectangle 11"/>
          <p:cNvSpPr/>
          <p:nvPr/>
        </p:nvSpPr>
        <p:spPr>
          <a:xfrm>
            <a:off x="6492240" y="4434840"/>
            <a:ext cx="2542033" cy="1417321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Oval 12"/>
          <p:cNvSpPr/>
          <p:nvPr/>
        </p:nvSpPr>
        <p:spPr>
          <a:xfrm>
            <a:off x="6784847" y="4727447"/>
            <a:ext cx="146305" cy="146305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13"/>
          <p:cNvSpPr txBox="1"/>
          <p:nvPr/>
        </p:nvSpPr>
        <p:spPr>
          <a:xfrm>
            <a:off x="6784847" y="4983479"/>
            <a:ext cx="1993391" cy="47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>
              <a:defRPr sz="12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78" name="Rounded Rectangle 14"/>
          <p:cNvSpPr/>
          <p:nvPr/>
        </p:nvSpPr>
        <p:spPr>
          <a:xfrm>
            <a:off x="9326880" y="4434840"/>
            <a:ext cx="2542033" cy="1417321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Oval 15"/>
          <p:cNvSpPr/>
          <p:nvPr/>
        </p:nvSpPr>
        <p:spPr>
          <a:xfrm>
            <a:off x="9619488" y="4727447"/>
            <a:ext cx="146305" cy="146305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16"/>
          <p:cNvSpPr txBox="1"/>
          <p:nvPr/>
        </p:nvSpPr>
        <p:spPr>
          <a:xfrm>
            <a:off x="9619488" y="4983479"/>
            <a:ext cx="1993390" cy="474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b="1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Xxxx</a:t>
            </a:r>
          </a:p>
          <a:p>
            <a:pPr>
              <a:defRPr sz="1200">
                <a:solidFill>
                  <a:srgbClr val="6B6B6B"/>
                </a:solidFill>
              </a:defRPr>
            </a:pPr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84" name="TextBox 3"/>
          <p:cNvSpPr txBox="1"/>
          <p:nvPr/>
        </p:nvSpPr>
        <p:spPr>
          <a:xfrm>
            <a:off x="822960" y="914400"/>
            <a:ext cx="10515601" cy="54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85" name="TextBox 4"/>
          <p:cNvSpPr txBox="1"/>
          <p:nvPr/>
        </p:nvSpPr>
        <p:spPr>
          <a:xfrm>
            <a:off x="822960" y="1783079"/>
            <a:ext cx="1042416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15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86" name="Rounded Rectangle 5"/>
          <p:cNvSpPr/>
          <p:nvPr/>
        </p:nvSpPr>
        <p:spPr>
          <a:xfrm>
            <a:off x="822960" y="2606039"/>
            <a:ext cx="5120641" cy="1371601"/>
          </a:xfrm>
          <a:prstGeom prst="roundRect">
            <a:avLst>
              <a:gd name="adj" fmla="val 9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Oval 6"/>
          <p:cNvSpPr/>
          <p:nvPr/>
        </p:nvSpPr>
        <p:spPr>
          <a:xfrm>
            <a:off x="1097280" y="2880360"/>
            <a:ext cx="310897" cy="310897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7"/>
          <p:cNvSpPr txBox="1"/>
          <p:nvPr/>
        </p:nvSpPr>
        <p:spPr>
          <a:xfrm>
            <a:off x="1097280" y="2942530"/>
            <a:ext cx="31089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9" name="TextBox 8"/>
          <p:cNvSpPr txBox="1"/>
          <p:nvPr/>
        </p:nvSpPr>
        <p:spPr>
          <a:xfrm>
            <a:off x="1600200" y="3101778"/>
            <a:ext cx="4114800" cy="471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300"/>
              </a:spcBef>
              <a:defRPr b="1" sz="17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90" name="Rounded Rectangle 9"/>
          <p:cNvSpPr/>
          <p:nvPr/>
        </p:nvSpPr>
        <p:spPr>
          <a:xfrm>
            <a:off x="6263640" y="2606039"/>
            <a:ext cx="5120641" cy="1371601"/>
          </a:xfrm>
          <a:prstGeom prst="roundRect">
            <a:avLst>
              <a:gd name="adj" fmla="val 9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Oval 10"/>
          <p:cNvSpPr/>
          <p:nvPr/>
        </p:nvSpPr>
        <p:spPr>
          <a:xfrm>
            <a:off x="6537959" y="2880360"/>
            <a:ext cx="310897" cy="310897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1"/>
          <p:cNvSpPr txBox="1"/>
          <p:nvPr/>
        </p:nvSpPr>
        <p:spPr>
          <a:xfrm>
            <a:off x="6537959" y="2942530"/>
            <a:ext cx="31089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3" name="TextBox 12"/>
          <p:cNvSpPr txBox="1"/>
          <p:nvPr/>
        </p:nvSpPr>
        <p:spPr>
          <a:xfrm>
            <a:off x="7040878" y="3101778"/>
            <a:ext cx="4114801" cy="471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300"/>
              </a:spcBef>
              <a:defRPr b="1" sz="17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94" name="Rounded Rectangle 13"/>
          <p:cNvSpPr/>
          <p:nvPr/>
        </p:nvSpPr>
        <p:spPr>
          <a:xfrm>
            <a:off x="822960" y="4297679"/>
            <a:ext cx="5120641" cy="1371601"/>
          </a:xfrm>
          <a:prstGeom prst="roundRect">
            <a:avLst>
              <a:gd name="adj" fmla="val 9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Oval 14"/>
          <p:cNvSpPr/>
          <p:nvPr/>
        </p:nvSpPr>
        <p:spPr>
          <a:xfrm>
            <a:off x="1097280" y="4572000"/>
            <a:ext cx="310897" cy="310896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5"/>
          <p:cNvSpPr txBox="1"/>
          <p:nvPr/>
        </p:nvSpPr>
        <p:spPr>
          <a:xfrm>
            <a:off x="1097280" y="4634169"/>
            <a:ext cx="31089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97" name="TextBox 16"/>
          <p:cNvSpPr txBox="1"/>
          <p:nvPr/>
        </p:nvSpPr>
        <p:spPr>
          <a:xfrm>
            <a:off x="1600200" y="4793418"/>
            <a:ext cx="4114800" cy="471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300"/>
              </a:spcBef>
              <a:defRPr b="1" sz="17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198" name="Rounded Rectangle 17"/>
          <p:cNvSpPr/>
          <p:nvPr/>
        </p:nvSpPr>
        <p:spPr>
          <a:xfrm>
            <a:off x="6263640" y="4297679"/>
            <a:ext cx="5120641" cy="1371601"/>
          </a:xfrm>
          <a:prstGeom prst="roundRect">
            <a:avLst>
              <a:gd name="adj" fmla="val 9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Oval 18"/>
          <p:cNvSpPr/>
          <p:nvPr/>
        </p:nvSpPr>
        <p:spPr>
          <a:xfrm>
            <a:off x="6537959" y="4572000"/>
            <a:ext cx="310897" cy="310896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19"/>
          <p:cNvSpPr txBox="1"/>
          <p:nvPr/>
        </p:nvSpPr>
        <p:spPr>
          <a:xfrm>
            <a:off x="6537959" y="4634169"/>
            <a:ext cx="31089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1" name="TextBox 20"/>
          <p:cNvSpPr txBox="1"/>
          <p:nvPr/>
        </p:nvSpPr>
        <p:spPr>
          <a:xfrm>
            <a:off x="7040878" y="4793418"/>
            <a:ext cx="4114801" cy="471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300"/>
              </a:spcBef>
              <a:defRPr b="1" sz="17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05" name="TextBox 3"/>
          <p:cNvSpPr txBox="1"/>
          <p:nvPr/>
        </p:nvSpPr>
        <p:spPr>
          <a:xfrm>
            <a:off x="822960" y="914400"/>
            <a:ext cx="10515601" cy="54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06" name="TextBox 4"/>
          <p:cNvSpPr txBox="1"/>
          <p:nvPr/>
        </p:nvSpPr>
        <p:spPr>
          <a:xfrm>
            <a:off x="822960" y="1783079"/>
            <a:ext cx="1042416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07" name="Rounded Rectangle 5"/>
          <p:cNvSpPr/>
          <p:nvPr/>
        </p:nvSpPr>
        <p:spPr>
          <a:xfrm>
            <a:off x="822960" y="2606039"/>
            <a:ext cx="5120641" cy="14630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2E2"/>
            </a:solidFill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Rounded Rectangle 6"/>
          <p:cNvSpPr/>
          <p:nvPr/>
        </p:nvSpPr>
        <p:spPr>
          <a:xfrm>
            <a:off x="822960" y="2606039"/>
            <a:ext cx="128017" cy="1463041"/>
          </a:xfrm>
          <a:prstGeom prst="roundRect">
            <a:avLst>
              <a:gd name="adj" fmla="val 0"/>
            </a:avLst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7"/>
          <p:cNvSpPr txBox="1"/>
          <p:nvPr/>
        </p:nvSpPr>
        <p:spPr>
          <a:xfrm>
            <a:off x="1234439" y="2807207"/>
            <a:ext cx="10972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FF2D7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10" name="TextBox 8"/>
          <p:cNvSpPr txBox="1"/>
          <p:nvPr/>
        </p:nvSpPr>
        <p:spPr>
          <a:xfrm>
            <a:off x="1234439" y="3447288"/>
            <a:ext cx="44805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11" name="TextBox 9"/>
          <p:cNvSpPr txBox="1"/>
          <p:nvPr/>
        </p:nvSpPr>
        <p:spPr>
          <a:xfrm>
            <a:off x="2194560" y="2862072"/>
            <a:ext cx="35661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1300">
                <a:solidFill>
                  <a:srgbClr val="6B6B6B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212" name="Rounded Rectangle 10"/>
          <p:cNvSpPr/>
          <p:nvPr/>
        </p:nvSpPr>
        <p:spPr>
          <a:xfrm>
            <a:off x="6263640" y="2606039"/>
            <a:ext cx="5120641" cy="14630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2E2"/>
            </a:solidFill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Rounded Rectangle 11"/>
          <p:cNvSpPr/>
          <p:nvPr/>
        </p:nvSpPr>
        <p:spPr>
          <a:xfrm>
            <a:off x="6263640" y="2606039"/>
            <a:ext cx="128017" cy="1463041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12"/>
          <p:cNvSpPr txBox="1"/>
          <p:nvPr/>
        </p:nvSpPr>
        <p:spPr>
          <a:xfrm>
            <a:off x="6675119" y="2807207"/>
            <a:ext cx="10972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5" name="TextBox 13"/>
          <p:cNvSpPr txBox="1"/>
          <p:nvPr/>
        </p:nvSpPr>
        <p:spPr>
          <a:xfrm>
            <a:off x="6675119" y="3447288"/>
            <a:ext cx="44805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9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16" name="TextBox 14"/>
          <p:cNvSpPr txBox="1"/>
          <p:nvPr/>
        </p:nvSpPr>
        <p:spPr>
          <a:xfrm>
            <a:off x="7635240" y="2862072"/>
            <a:ext cx="35661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1300">
                <a:solidFill>
                  <a:srgbClr val="6B6B6B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217" name="Rounded Rectangle 15"/>
          <p:cNvSpPr/>
          <p:nvPr/>
        </p:nvSpPr>
        <p:spPr>
          <a:xfrm>
            <a:off x="822960" y="4389120"/>
            <a:ext cx="5120641" cy="14630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2E2"/>
            </a:solidFill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Rounded Rectangle 16"/>
          <p:cNvSpPr/>
          <p:nvPr/>
        </p:nvSpPr>
        <p:spPr>
          <a:xfrm>
            <a:off x="822960" y="4389120"/>
            <a:ext cx="128017" cy="1463041"/>
          </a:xfrm>
          <a:prstGeom prst="roundRect">
            <a:avLst>
              <a:gd name="adj" fmla="val 0"/>
            </a:avLst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17"/>
          <p:cNvSpPr txBox="1"/>
          <p:nvPr/>
        </p:nvSpPr>
        <p:spPr>
          <a:xfrm>
            <a:off x="1234439" y="4590288"/>
            <a:ext cx="10972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FF2D7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0" name="TextBox 18"/>
          <p:cNvSpPr txBox="1"/>
          <p:nvPr/>
        </p:nvSpPr>
        <p:spPr>
          <a:xfrm>
            <a:off x="1234439" y="5230367"/>
            <a:ext cx="44805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9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21" name="TextBox 19"/>
          <p:cNvSpPr txBox="1"/>
          <p:nvPr/>
        </p:nvSpPr>
        <p:spPr>
          <a:xfrm>
            <a:off x="2194560" y="4645152"/>
            <a:ext cx="35661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1300">
                <a:solidFill>
                  <a:srgbClr val="6B6B6B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222" name="Rounded Rectangle 20"/>
          <p:cNvSpPr/>
          <p:nvPr/>
        </p:nvSpPr>
        <p:spPr>
          <a:xfrm>
            <a:off x="6263640" y="4389120"/>
            <a:ext cx="5120641" cy="14630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2E2"/>
            </a:solidFill>
          </a:ln>
          <a:effectLst>
            <a:outerShdw sx="100000" sy="100000" kx="0" ky="0" algn="b" rotWithShape="0" blurRad="88900" dist="38100" dir="5400000">
              <a:srgbClr val="111111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Rounded Rectangle 21"/>
          <p:cNvSpPr/>
          <p:nvPr/>
        </p:nvSpPr>
        <p:spPr>
          <a:xfrm>
            <a:off x="6263640" y="4389120"/>
            <a:ext cx="128017" cy="1463041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22"/>
          <p:cNvSpPr txBox="1"/>
          <p:nvPr/>
        </p:nvSpPr>
        <p:spPr>
          <a:xfrm>
            <a:off x="6675119" y="4590288"/>
            <a:ext cx="10972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25" name="TextBox 23"/>
          <p:cNvSpPr txBox="1"/>
          <p:nvPr/>
        </p:nvSpPr>
        <p:spPr>
          <a:xfrm>
            <a:off x="6675119" y="5230367"/>
            <a:ext cx="44805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19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26" name="TextBox 24"/>
          <p:cNvSpPr txBox="1"/>
          <p:nvPr/>
        </p:nvSpPr>
        <p:spPr>
          <a:xfrm>
            <a:off x="7635240" y="4598415"/>
            <a:ext cx="35661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1300">
                <a:solidFill>
                  <a:srgbClr val="6B6B6B"/>
                </a:solidFill>
              </a:defRPr>
            </a:lvl1pPr>
          </a:lstStyle>
          <a:p>
            <a:pPr/>
            <a:r>
              <a:t>Xxxxx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2"/>
          <p:cNvSpPr txBox="1"/>
          <p:nvPr/>
        </p:nvSpPr>
        <p:spPr>
          <a:xfrm>
            <a:off x="822960" y="68580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30" name="TextBox 3"/>
          <p:cNvSpPr txBox="1"/>
          <p:nvPr/>
        </p:nvSpPr>
        <p:spPr>
          <a:xfrm>
            <a:off x="831850" y="1051560"/>
            <a:ext cx="10515600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Rounded Rectangle 2"/>
          <p:cNvSpPr/>
          <p:nvPr/>
        </p:nvSpPr>
        <p:spPr>
          <a:xfrm>
            <a:off x="0" y="0"/>
            <a:ext cx="4023360" cy="68580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3"/>
          <p:cNvSpPr txBox="1"/>
          <p:nvPr/>
        </p:nvSpPr>
        <p:spPr>
          <a:xfrm>
            <a:off x="502919" y="640080"/>
            <a:ext cx="32918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C9C4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35" name="TextBox 4"/>
          <p:cNvSpPr txBox="1"/>
          <p:nvPr/>
        </p:nvSpPr>
        <p:spPr>
          <a:xfrm>
            <a:off x="502919" y="1143000"/>
            <a:ext cx="3200401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36" name="TextBox 5"/>
          <p:cNvSpPr txBox="1"/>
          <p:nvPr/>
        </p:nvSpPr>
        <p:spPr>
          <a:xfrm>
            <a:off x="502919" y="3017520"/>
            <a:ext cx="3154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37" name="Oval 6"/>
          <p:cNvSpPr/>
          <p:nvPr/>
        </p:nvSpPr>
        <p:spPr>
          <a:xfrm>
            <a:off x="548640" y="3557015"/>
            <a:ext cx="118873" cy="1188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7"/>
          <p:cNvSpPr txBox="1"/>
          <p:nvPr/>
        </p:nvSpPr>
        <p:spPr>
          <a:xfrm>
            <a:off x="804671" y="3619939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39" name="Oval 8"/>
          <p:cNvSpPr/>
          <p:nvPr/>
        </p:nvSpPr>
        <p:spPr>
          <a:xfrm>
            <a:off x="548640" y="4032503"/>
            <a:ext cx="118873" cy="1188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9"/>
          <p:cNvSpPr txBox="1"/>
          <p:nvPr/>
        </p:nvSpPr>
        <p:spPr>
          <a:xfrm>
            <a:off x="804671" y="4095427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41" name="Oval 10"/>
          <p:cNvSpPr/>
          <p:nvPr/>
        </p:nvSpPr>
        <p:spPr>
          <a:xfrm>
            <a:off x="548640" y="4507991"/>
            <a:ext cx="118873" cy="1188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1"/>
          <p:cNvSpPr txBox="1"/>
          <p:nvPr/>
        </p:nvSpPr>
        <p:spPr>
          <a:xfrm>
            <a:off x="804671" y="4570915"/>
            <a:ext cx="29260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43" name="Oval 12"/>
          <p:cNvSpPr/>
          <p:nvPr/>
        </p:nvSpPr>
        <p:spPr>
          <a:xfrm>
            <a:off x="548640" y="4983479"/>
            <a:ext cx="118873" cy="1188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3"/>
          <p:cNvSpPr txBox="1"/>
          <p:nvPr/>
        </p:nvSpPr>
        <p:spPr>
          <a:xfrm>
            <a:off x="804671" y="5046402"/>
            <a:ext cx="29260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45" name="TextBox 14"/>
          <p:cNvSpPr txBox="1"/>
          <p:nvPr/>
        </p:nvSpPr>
        <p:spPr>
          <a:xfrm>
            <a:off x="4526279" y="640080"/>
            <a:ext cx="713232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46" name="TextBox 15"/>
          <p:cNvSpPr txBox="1"/>
          <p:nvPr/>
        </p:nvSpPr>
        <p:spPr>
          <a:xfrm>
            <a:off x="4526279" y="1325880"/>
            <a:ext cx="704088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3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47" name="Rounded Rectangle 16"/>
          <p:cNvSpPr/>
          <p:nvPr/>
        </p:nvSpPr>
        <p:spPr>
          <a:xfrm>
            <a:off x="4526279" y="2057400"/>
            <a:ext cx="7086601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7"/>
          <p:cNvSpPr/>
          <p:nvPr/>
        </p:nvSpPr>
        <p:spPr>
          <a:xfrm>
            <a:off x="4754879" y="2340864"/>
            <a:ext cx="347473" cy="3474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8"/>
          <p:cNvSpPr txBox="1"/>
          <p:nvPr/>
        </p:nvSpPr>
        <p:spPr>
          <a:xfrm>
            <a:off x="4754879" y="2421321"/>
            <a:ext cx="347473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0" name="TextBox 19"/>
          <p:cNvSpPr txBox="1"/>
          <p:nvPr/>
        </p:nvSpPr>
        <p:spPr>
          <a:xfrm>
            <a:off x="5303520" y="2430465"/>
            <a:ext cx="612648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111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51" name="Rounded Rectangle 20"/>
          <p:cNvSpPr/>
          <p:nvPr/>
        </p:nvSpPr>
        <p:spPr>
          <a:xfrm>
            <a:off x="4526279" y="3081527"/>
            <a:ext cx="7086601" cy="914401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1"/>
          <p:cNvSpPr/>
          <p:nvPr/>
        </p:nvSpPr>
        <p:spPr>
          <a:xfrm>
            <a:off x="4754879" y="3364991"/>
            <a:ext cx="347473" cy="3474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22"/>
          <p:cNvSpPr txBox="1"/>
          <p:nvPr/>
        </p:nvSpPr>
        <p:spPr>
          <a:xfrm>
            <a:off x="4754879" y="3445449"/>
            <a:ext cx="34747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54" name="TextBox 23"/>
          <p:cNvSpPr txBox="1"/>
          <p:nvPr/>
        </p:nvSpPr>
        <p:spPr>
          <a:xfrm>
            <a:off x="5303520" y="3454593"/>
            <a:ext cx="612648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111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55" name="Rounded Rectangle 24"/>
          <p:cNvSpPr/>
          <p:nvPr/>
        </p:nvSpPr>
        <p:spPr>
          <a:xfrm>
            <a:off x="4526279" y="4105655"/>
            <a:ext cx="7086601" cy="914401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5"/>
          <p:cNvSpPr/>
          <p:nvPr/>
        </p:nvSpPr>
        <p:spPr>
          <a:xfrm>
            <a:off x="4754879" y="4389120"/>
            <a:ext cx="347473" cy="3474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6"/>
          <p:cNvSpPr txBox="1"/>
          <p:nvPr/>
        </p:nvSpPr>
        <p:spPr>
          <a:xfrm>
            <a:off x="4754879" y="4469577"/>
            <a:ext cx="347473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58" name="TextBox 27"/>
          <p:cNvSpPr txBox="1"/>
          <p:nvPr/>
        </p:nvSpPr>
        <p:spPr>
          <a:xfrm>
            <a:off x="5303520" y="4478721"/>
            <a:ext cx="6126480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111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59" name="Rounded Rectangle 28"/>
          <p:cNvSpPr/>
          <p:nvPr/>
        </p:nvSpPr>
        <p:spPr>
          <a:xfrm>
            <a:off x="4526279" y="5129784"/>
            <a:ext cx="7086601" cy="914401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29"/>
          <p:cNvSpPr/>
          <p:nvPr/>
        </p:nvSpPr>
        <p:spPr>
          <a:xfrm>
            <a:off x="4754879" y="5413247"/>
            <a:ext cx="347473" cy="347473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30"/>
          <p:cNvSpPr txBox="1"/>
          <p:nvPr/>
        </p:nvSpPr>
        <p:spPr>
          <a:xfrm>
            <a:off x="4754879" y="5493705"/>
            <a:ext cx="34747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2" name="TextBox 31"/>
          <p:cNvSpPr txBox="1"/>
          <p:nvPr/>
        </p:nvSpPr>
        <p:spPr>
          <a:xfrm>
            <a:off x="5303520" y="5502849"/>
            <a:ext cx="612648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500">
                <a:solidFill>
                  <a:srgbClr val="111111"/>
                </a:solidFill>
              </a:defRPr>
            </a:lvl1pPr>
          </a:lstStyle>
          <a:p>
            <a:pPr/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266" name="TextBox 3"/>
          <p:cNvSpPr txBox="1"/>
          <p:nvPr/>
        </p:nvSpPr>
        <p:spPr>
          <a:xfrm>
            <a:off x="822960" y="914400"/>
            <a:ext cx="10515601" cy="54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8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7" name="TextBox 4"/>
          <p:cNvSpPr txBox="1"/>
          <p:nvPr/>
        </p:nvSpPr>
        <p:spPr>
          <a:xfrm>
            <a:off x="822960" y="1783079"/>
            <a:ext cx="10515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68" name="Rounded Rectangle 5"/>
          <p:cNvSpPr/>
          <p:nvPr/>
        </p:nvSpPr>
        <p:spPr>
          <a:xfrm>
            <a:off x="822960" y="2514600"/>
            <a:ext cx="254203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Rounded Rectangle 6"/>
          <p:cNvSpPr/>
          <p:nvPr/>
        </p:nvSpPr>
        <p:spPr>
          <a:xfrm>
            <a:off x="822960" y="2514600"/>
            <a:ext cx="2542033" cy="640081"/>
          </a:xfrm>
          <a:prstGeom prst="roundRect">
            <a:avLst>
              <a:gd name="adj" fmla="val 6000"/>
            </a:avLst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Rounded Rectangle 7"/>
          <p:cNvSpPr/>
          <p:nvPr/>
        </p:nvSpPr>
        <p:spPr>
          <a:xfrm>
            <a:off x="822960" y="2834639"/>
            <a:ext cx="2542033" cy="320041"/>
          </a:xfrm>
          <a:prstGeom prst="roundRect">
            <a:avLst>
              <a:gd name="adj" fmla="val 0"/>
            </a:avLst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8"/>
          <p:cNvSpPr txBox="1"/>
          <p:nvPr/>
        </p:nvSpPr>
        <p:spPr>
          <a:xfrm>
            <a:off x="822960" y="2707639"/>
            <a:ext cx="254203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72" name="TextBox 9"/>
          <p:cNvSpPr txBox="1"/>
          <p:nvPr/>
        </p:nvSpPr>
        <p:spPr>
          <a:xfrm>
            <a:off x="1051560" y="3337559"/>
            <a:ext cx="208483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73" name="Rounded Rectangle 10"/>
          <p:cNvSpPr/>
          <p:nvPr/>
        </p:nvSpPr>
        <p:spPr>
          <a:xfrm>
            <a:off x="1051560" y="4389120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Rounded Rectangle 11"/>
          <p:cNvSpPr/>
          <p:nvPr/>
        </p:nvSpPr>
        <p:spPr>
          <a:xfrm>
            <a:off x="1051560" y="4919471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Rounded Rectangle 12"/>
          <p:cNvSpPr/>
          <p:nvPr/>
        </p:nvSpPr>
        <p:spPr>
          <a:xfrm>
            <a:off x="1051560" y="5449823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Rounded Rectangle 13"/>
          <p:cNvSpPr/>
          <p:nvPr/>
        </p:nvSpPr>
        <p:spPr>
          <a:xfrm>
            <a:off x="3657598" y="2514600"/>
            <a:ext cx="254203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Rounded Rectangle 14"/>
          <p:cNvSpPr/>
          <p:nvPr/>
        </p:nvSpPr>
        <p:spPr>
          <a:xfrm>
            <a:off x="3657598" y="2514600"/>
            <a:ext cx="2542033" cy="640081"/>
          </a:xfrm>
          <a:prstGeom prst="roundRect">
            <a:avLst>
              <a:gd name="adj" fmla="val 6000"/>
            </a:avLst>
          </a:prstGeom>
          <a:solidFill>
            <a:srgbClr val="1F2A5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Rounded Rectangle 15"/>
          <p:cNvSpPr/>
          <p:nvPr/>
        </p:nvSpPr>
        <p:spPr>
          <a:xfrm>
            <a:off x="3657598" y="2834639"/>
            <a:ext cx="2542033" cy="320041"/>
          </a:xfrm>
          <a:prstGeom prst="roundRect">
            <a:avLst>
              <a:gd name="adj" fmla="val 0"/>
            </a:avLst>
          </a:prstGeom>
          <a:solidFill>
            <a:srgbClr val="1F2A5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6"/>
          <p:cNvSpPr txBox="1"/>
          <p:nvPr/>
        </p:nvSpPr>
        <p:spPr>
          <a:xfrm>
            <a:off x="3657598" y="2707639"/>
            <a:ext cx="254203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80" name="TextBox 17"/>
          <p:cNvSpPr txBox="1"/>
          <p:nvPr/>
        </p:nvSpPr>
        <p:spPr>
          <a:xfrm>
            <a:off x="3886200" y="3337559"/>
            <a:ext cx="208483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81" name="Rounded Rectangle 18"/>
          <p:cNvSpPr/>
          <p:nvPr/>
        </p:nvSpPr>
        <p:spPr>
          <a:xfrm>
            <a:off x="3886200" y="4389120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Rounded Rectangle 19"/>
          <p:cNvSpPr/>
          <p:nvPr/>
        </p:nvSpPr>
        <p:spPr>
          <a:xfrm>
            <a:off x="3886200" y="4919471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Rounded Rectangle 20"/>
          <p:cNvSpPr/>
          <p:nvPr/>
        </p:nvSpPr>
        <p:spPr>
          <a:xfrm>
            <a:off x="3886200" y="5449823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Rounded Rectangle 21"/>
          <p:cNvSpPr/>
          <p:nvPr/>
        </p:nvSpPr>
        <p:spPr>
          <a:xfrm>
            <a:off x="6492240" y="2514600"/>
            <a:ext cx="254203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Rounded Rectangle 22"/>
          <p:cNvSpPr/>
          <p:nvPr/>
        </p:nvSpPr>
        <p:spPr>
          <a:xfrm>
            <a:off x="6492240" y="2514600"/>
            <a:ext cx="2542033" cy="640081"/>
          </a:xfrm>
          <a:prstGeom prst="roundRect">
            <a:avLst>
              <a:gd name="adj" fmla="val 6000"/>
            </a:avLst>
          </a:prstGeom>
          <a:solidFill>
            <a:srgbClr val="6B6B6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Rounded Rectangle 23"/>
          <p:cNvSpPr/>
          <p:nvPr/>
        </p:nvSpPr>
        <p:spPr>
          <a:xfrm>
            <a:off x="6492240" y="2834639"/>
            <a:ext cx="2542033" cy="320041"/>
          </a:xfrm>
          <a:prstGeom prst="roundRect">
            <a:avLst>
              <a:gd name="adj" fmla="val 0"/>
            </a:avLst>
          </a:prstGeom>
          <a:solidFill>
            <a:srgbClr val="6B6B6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24"/>
          <p:cNvSpPr txBox="1"/>
          <p:nvPr/>
        </p:nvSpPr>
        <p:spPr>
          <a:xfrm>
            <a:off x="6492240" y="2707639"/>
            <a:ext cx="254203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88" name="TextBox 25"/>
          <p:cNvSpPr txBox="1"/>
          <p:nvPr/>
        </p:nvSpPr>
        <p:spPr>
          <a:xfrm>
            <a:off x="6720840" y="3337559"/>
            <a:ext cx="208483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89" name="Rounded Rectangle 26"/>
          <p:cNvSpPr/>
          <p:nvPr/>
        </p:nvSpPr>
        <p:spPr>
          <a:xfrm>
            <a:off x="6720840" y="4389120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Rounded Rectangle 27"/>
          <p:cNvSpPr/>
          <p:nvPr/>
        </p:nvSpPr>
        <p:spPr>
          <a:xfrm>
            <a:off x="6720840" y="4919471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ounded Rectangle 28"/>
          <p:cNvSpPr/>
          <p:nvPr/>
        </p:nvSpPr>
        <p:spPr>
          <a:xfrm>
            <a:off x="6720840" y="5449823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ounded Rectangle 29"/>
          <p:cNvSpPr/>
          <p:nvPr/>
        </p:nvSpPr>
        <p:spPr>
          <a:xfrm>
            <a:off x="9326880" y="2514600"/>
            <a:ext cx="2542033" cy="35661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ounded Rectangle 30"/>
          <p:cNvSpPr/>
          <p:nvPr/>
        </p:nvSpPr>
        <p:spPr>
          <a:xfrm>
            <a:off x="9326880" y="2514600"/>
            <a:ext cx="2542033" cy="640081"/>
          </a:xfrm>
          <a:prstGeom prst="roundRect">
            <a:avLst>
              <a:gd name="adj" fmla="val 6000"/>
            </a:avLst>
          </a:prstGeom>
          <a:solidFill>
            <a:srgbClr val="B0B0B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Rounded Rectangle 31"/>
          <p:cNvSpPr/>
          <p:nvPr/>
        </p:nvSpPr>
        <p:spPr>
          <a:xfrm>
            <a:off x="9326880" y="2834639"/>
            <a:ext cx="2542033" cy="320041"/>
          </a:xfrm>
          <a:prstGeom prst="roundRect">
            <a:avLst>
              <a:gd name="adj" fmla="val 0"/>
            </a:avLst>
          </a:prstGeom>
          <a:solidFill>
            <a:srgbClr val="B0B0B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32"/>
          <p:cNvSpPr txBox="1"/>
          <p:nvPr/>
        </p:nvSpPr>
        <p:spPr>
          <a:xfrm>
            <a:off x="9326880" y="2707639"/>
            <a:ext cx="254203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96" name="TextBox 33"/>
          <p:cNvSpPr txBox="1"/>
          <p:nvPr/>
        </p:nvSpPr>
        <p:spPr>
          <a:xfrm>
            <a:off x="9555480" y="3337559"/>
            <a:ext cx="208483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297" name="Rounded Rectangle 34"/>
          <p:cNvSpPr/>
          <p:nvPr/>
        </p:nvSpPr>
        <p:spPr>
          <a:xfrm>
            <a:off x="9555480" y="4389120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Rounded Rectangle 35"/>
          <p:cNvSpPr/>
          <p:nvPr/>
        </p:nvSpPr>
        <p:spPr>
          <a:xfrm>
            <a:off x="9555480" y="4919471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ounded Rectangle 36"/>
          <p:cNvSpPr/>
          <p:nvPr/>
        </p:nvSpPr>
        <p:spPr>
          <a:xfrm>
            <a:off x="9555480" y="5449823"/>
            <a:ext cx="2084832" cy="38404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2"/>
          <p:cNvSpPr txBox="1"/>
          <p:nvPr/>
        </p:nvSpPr>
        <p:spPr>
          <a:xfrm>
            <a:off x="822960" y="640080"/>
            <a:ext cx="54864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2D72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303" name="TextBox 3"/>
          <p:cNvSpPr txBox="1"/>
          <p:nvPr/>
        </p:nvSpPr>
        <p:spPr>
          <a:xfrm>
            <a:off x="822960" y="914400"/>
            <a:ext cx="10515601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6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304" name="Rounded Rectangle 4"/>
          <p:cNvSpPr/>
          <p:nvPr/>
        </p:nvSpPr>
        <p:spPr>
          <a:xfrm>
            <a:off x="822960" y="1920239"/>
            <a:ext cx="5120641" cy="4023361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5"/>
          <p:cNvSpPr txBox="1"/>
          <p:nvPr/>
        </p:nvSpPr>
        <p:spPr>
          <a:xfrm>
            <a:off x="1143000" y="2194560"/>
            <a:ext cx="45720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306" name="TextBox 6"/>
          <p:cNvSpPr txBox="1"/>
          <p:nvPr/>
        </p:nvSpPr>
        <p:spPr>
          <a:xfrm>
            <a:off x="1143000" y="2697479"/>
            <a:ext cx="45720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3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307" name="Rounded Rectangle 7"/>
          <p:cNvSpPr/>
          <p:nvPr/>
        </p:nvSpPr>
        <p:spPr>
          <a:xfrm>
            <a:off x="1143000" y="3337559"/>
            <a:ext cx="4480560" cy="38404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Rounded Rectangle 8"/>
          <p:cNvSpPr/>
          <p:nvPr/>
        </p:nvSpPr>
        <p:spPr>
          <a:xfrm>
            <a:off x="1143000" y="3840479"/>
            <a:ext cx="4480560" cy="38404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ounded Rectangle 9"/>
          <p:cNvSpPr/>
          <p:nvPr/>
        </p:nvSpPr>
        <p:spPr>
          <a:xfrm>
            <a:off x="1143000" y="4343400"/>
            <a:ext cx="4480560" cy="3840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ounded Rectangle 10"/>
          <p:cNvSpPr/>
          <p:nvPr/>
        </p:nvSpPr>
        <p:spPr>
          <a:xfrm>
            <a:off x="1143000" y="4846320"/>
            <a:ext cx="4480560" cy="38404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Rounded Rectangle 11"/>
          <p:cNvSpPr/>
          <p:nvPr/>
        </p:nvSpPr>
        <p:spPr>
          <a:xfrm>
            <a:off x="1143000" y="5349240"/>
            <a:ext cx="4480560" cy="38404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12"/>
          <p:cNvSpPr txBox="1"/>
          <p:nvPr/>
        </p:nvSpPr>
        <p:spPr>
          <a:xfrm>
            <a:off x="6355079" y="1874518"/>
            <a:ext cx="51206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313" name="Oval 13"/>
          <p:cNvSpPr/>
          <p:nvPr/>
        </p:nvSpPr>
        <p:spPr>
          <a:xfrm>
            <a:off x="6355079" y="2532888"/>
            <a:ext cx="402337" cy="402337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4"/>
          <p:cNvSpPr txBox="1"/>
          <p:nvPr/>
        </p:nvSpPr>
        <p:spPr>
          <a:xfrm>
            <a:off x="6355079" y="2640777"/>
            <a:ext cx="402337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5" name="TextBox 15"/>
          <p:cNvSpPr txBox="1"/>
          <p:nvPr/>
        </p:nvSpPr>
        <p:spPr>
          <a:xfrm>
            <a:off x="6903719" y="2478023"/>
            <a:ext cx="4572001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316" name="Oval 16"/>
          <p:cNvSpPr/>
          <p:nvPr/>
        </p:nvSpPr>
        <p:spPr>
          <a:xfrm>
            <a:off x="6355079" y="3401567"/>
            <a:ext cx="402337" cy="402337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17"/>
          <p:cNvSpPr txBox="1"/>
          <p:nvPr/>
        </p:nvSpPr>
        <p:spPr>
          <a:xfrm>
            <a:off x="6355079" y="3509457"/>
            <a:ext cx="40233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8" name="TextBox 18"/>
          <p:cNvSpPr txBox="1"/>
          <p:nvPr/>
        </p:nvSpPr>
        <p:spPr>
          <a:xfrm>
            <a:off x="6903719" y="3346703"/>
            <a:ext cx="4572001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319" name="Oval 19"/>
          <p:cNvSpPr/>
          <p:nvPr/>
        </p:nvSpPr>
        <p:spPr>
          <a:xfrm>
            <a:off x="6355079" y="4270247"/>
            <a:ext cx="402337" cy="402337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20"/>
          <p:cNvSpPr txBox="1"/>
          <p:nvPr/>
        </p:nvSpPr>
        <p:spPr>
          <a:xfrm>
            <a:off x="6355079" y="4378137"/>
            <a:ext cx="40233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1" name="TextBox 21"/>
          <p:cNvSpPr txBox="1"/>
          <p:nvPr/>
        </p:nvSpPr>
        <p:spPr>
          <a:xfrm>
            <a:off x="6903719" y="4215384"/>
            <a:ext cx="4572001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  <p:sp>
        <p:nvSpPr>
          <p:cNvPr id="322" name="Oval 22"/>
          <p:cNvSpPr/>
          <p:nvPr/>
        </p:nvSpPr>
        <p:spPr>
          <a:xfrm>
            <a:off x="6355079" y="5138928"/>
            <a:ext cx="402337" cy="402337"/>
          </a:xfrm>
          <a:prstGeom prst="ellipse">
            <a:avLst/>
          </a:prstGeom>
          <a:solidFill>
            <a:srgbClr val="FF2D7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23"/>
          <p:cNvSpPr txBox="1"/>
          <p:nvPr/>
        </p:nvSpPr>
        <p:spPr>
          <a:xfrm>
            <a:off x="6355079" y="5246817"/>
            <a:ext cx="402337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4" name="TextBox 24"/>
          <p:cNvSpPr txBox="1"/>
          <p:nvPr/>
        </p:nvSpPr>
        <p:spPr>
          <a:xfrm>
            <a:off x="6903719" y="5084064"/>
            <a:ext cx="4572001" cy="446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b="1" sz="1600">
                <a:solidFill>
                  <a:srgbClr val="111111"/>
                </a:solidFill>
              </a:defRPr>
            </a:pPr>
            <a:r>
              <a:t>Xxxx</a:t>
            </a:r>
          </a:p>
          <a:p>
            <a:pPr>
              <a:lnSpc>
                <a:spcPct val="110000"/>
              </a:lnSpc>
              <a:defRPr sz="1300">
                <a:solidFill>
                  <a:srgbClr val="6B6B6B"/>
                </a:solidFill>
              </a:defRPr>
            </a:pPr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15"/>
          <p:cNvSpPr txBox="1"/>
          <p:nvPr/>
        </p:nvSpPr>
        <p:spPr>
          <a:xfrm>
            <a:off x="914399" y="2743200"/>
            <a:ext cx="10332722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Xxxxx</a:t>
            </a:r>
          </a:p>
        </p:txBody>
      </p:sp>
      <p:sp>
        <p:nvSpPr>
          <p:cNvPr id="328" name="TextBox 16"/>
          <p:cNvSpPr txBox="1"/>
          <p:nvPr/>
        </p:nvSpPr>
        <p:spPr>
          <a:xfrm>
            <a:off x="914399" y="3794759"/>
            <a:ext cx="1033272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700">
                <a:solidFill>
                  <a:srgbClr val="FFC9C4"/>
                </a:solidFill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329" name="TextBox 18"/>
          <p:cNvSpPr txBox="1"/>
          <p:nvPr/>
        </p:nvSpPr>
        <p:spPr>
          <a:xfrm>
            <a:off x="914399" y="5989320"/>
            <a:ext cx="1033272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6B6B"/>
                </a:solidFill>
              </a:defRPr>
            </a:lvl1pPr>
          </a:lstStyle>
          <a:p>
            <a:pPr/>
            <a:r>
              <a:t>Xxxx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